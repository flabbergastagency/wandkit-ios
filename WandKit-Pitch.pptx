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E94560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0F3460">
              <a:alpha val="5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73152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WandKit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371600" y="27432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User Engagement, Powered by Intelligence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840480" y="3520440"/>
            <a:ext cx="1463040" cy="36576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Text 5"/>
          <p:cNvSpPr/>
          <p:nvPr/>
        </p:nvSpPr>
        <p:spPr>
          <a:xfrm>
            <a:off x="1371600" y="3749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SDK. Every engagement moment.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started at LogAir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5564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text form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993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Buried deep in the Settings screen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60604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80720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697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User-initiated only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30449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had to actively seek it out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3657600"/>
            <a:ext cx="43891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85876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7490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input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4096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with no guided prompts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394960" y="1554480"/>
            <a:ext cx="3291840" cy="3063240"/>
          </a:xfrm>
          <a:prstGeom prst="roundRect">
            <a:avLst>
              <a:gd name="adj" fmla="val 3582"/>
            </a:avLst>
          </a:prstGeom>
          <a:solidFill>
            <a:srgbClr val="1A1A2E"/>
          </a:solidFill>
          <a:ln/>
          <a:effectLst>
            <a:outerShdw sx="100000" sy="100000" kx="0" ky="0" algn="bl" rotWithShape="0" blurRad="762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56692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Result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5669280" y="233172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response rates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biased toward complaints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structured, actionable data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iterate without app updates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WandKit Approach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events like "checkout_completed" - the platform handles the rest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29000" y="12344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463040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Targeting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365760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decides WHEN to show a survey and WHAT to show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217920" y="12344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6304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46520" y="189280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Survey Types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6446520" y="2194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ratings, thumbs up/down, multi-choice, free text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640080" y="31089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33756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68680" y="3767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Logic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86868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flow adapts based on user responses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429000" y="31089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33756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3657600" y="3767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Overlay UI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365760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naturally in-app, not a jarring redirect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217920" y="310896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33756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446520" y="37673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Server-Driven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6446520" y="40690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survey content without shipping app updates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Is Better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630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344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Response Rates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3716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appear at the right moment, in context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40080" y="2377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60604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716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&amp; multi-choice give quantifiable insights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40080" y="3520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630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37160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 deeper based on answers (low rating -&gt; "what went wrong?")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1234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63040"/>
            <a:ext cx="411480" cy="4114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86400" y="1344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Server-Driven Updates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486400" y="1691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surveys without app releases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754880" y="2377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60604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2487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548640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controls frequency, avoids survey fatigue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754880" y="3520440"/>
            <a:ext cx="3931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6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49040"/>
            <a:ext cx="411480" cy="41148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86400" y="36301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Developer-Friendly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486400" y="3977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lines of code to integrate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 Integration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lines. That's it.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120640" cy="2286000"/>
          </a:xfrm>
          <a:prstGeom prst="roundRect">
            <a:avLst>
              <a:gd name="adj" fmla="val 4800"/>
            </a:avLst>
          </a:prstGeom>
          <a:solidFill>
            <a:srgbClr val="0D0D1A"/>
          </a:solidFill>
          <a:ln/>
          <a:effectLst>
            <a:outerShdw sx="100000" sy="100000" kx="0" ky="0" algn="bl" rotWithShape="0" blurRad="76200" dist="38100" dir="81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3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WandKit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WandKit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.configure(</a:t>
            </a:r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apiKey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"your-api-key"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WandKit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.identify(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"user_123"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2A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WandKit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.event(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"checkout_completed"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properties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"plan"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300" dirty="0">
                <a:solidFill>
                  <a:srgbClr val="C3E8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1792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Support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93852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29400" y="19202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15+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8716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10.15+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035808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29400" y="3017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Package Manager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584448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29400" y="3566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Theming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Next: AI-Powered Engagement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2026. Everything needs to be AI-ed.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" cy="5486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99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Event Triggering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709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detects key user moments without manual instrumentation by developers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130552"/>
            <a:ext cx="54864" cy="5486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7627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122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Survey Generation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463040" y="2423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create surveys based on app context and user behavior patterns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2843784"/>
            <a:ext cx="54864" cy="5486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889504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2825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Recommendations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463040" y="3136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suggests which surveys to run, when to show them, and for whom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" y="3557016"/>
            <a:ext cx="54864" cy="5486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02736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63040" y="35387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463040" y="384962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NLP analysis of free-text responses for instant insights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4270248"/>
            <a:ext cx="54864" cy="54864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315968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463040" y="4251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Insights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1463040" y="456285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churn risk and satisfaction trends before they surface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6400800" y="1371600"/>
            <a:ext cx="2286000" cy="2286000"/>
          </a:xfrm>
          <a:prstGeom prst="ellipse">
            <a:avLst/>
          </a:prstGeom>
          <a:solidFill>
            <a:srgbClr val="1A1A2E">
              <a:alpha val="95000"/>
            </a:srgbClr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828800"/>
            <a:ext cx="1280160" cy="12801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7920" y="3840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from the ground up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Feedback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WandKit Platform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00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2788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surveys &amp; ratings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37560" y="14173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520440" y="1600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202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20440" y="2788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Lokalise-style dynamic translations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14173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217920" y="1600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2468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217920" y="2788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referral flows &amp; tracking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1988820" y="37033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171700" y="3886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71700" y="4206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171700" y="4754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Linking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171700" y="5074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deep link management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686300" y="3703320"/>
            <a:ext cx="2423160" cy="2011680"/>
          </a:xfrm>
          <a:prstGeom prst="roundRect">
            <a:avLst>
              <a:gd name="adj" fmla="val 4545"/>
            </a:avLst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4869180" y="38862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8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9180" y="4206240"/>
            <a:ext cx="457200" cy="4572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69180" y="475488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 / Help Pages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869180" y="507492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knowledge base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64008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8E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Inspired by real needs from our time at TFH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200400" cy="3200400"/>
          </a:xfrm>
          <a:prstGeom prst="ellipse">
            <a:avLst/>
          </a:prstGeom>
          <a:solidFill>
            <a:srgbClr val="E9456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Vision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3200400" y="2578608"/>
            <a:ext cx="164592" cy="1645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Text 4"/>
          <p:cNvSpPr/>
          <p:nvPr/>
        </p:nvSpPr>
        <p:spPr>
          <a:xfrm>
            <a:off x="352044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engagement layer every app needs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3081528"/>
            <a:ext cx="164592" cy="1645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6"/>
          <p:cNvSpPr/>
          <p:nvPr/>
        </p:nvSpPr>
        <p:spPr>
          <a:xfrm>
            <a:off x="352044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feedback to full user engagement platform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00400" y="3584448"/>
            <a:ext cx="164592" cy="1645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8"/>
          <p:cNvSpPr/>
          <p:nvPr/>
        </p:nvSpPr>
        <p:spPr>
          <a:xfrm>
            <a:off x="3520440" y="3474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from the ground up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200400" y="4087368"/>
            <a:ext cx="164592" cy="16459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0"/>
          <p:cNvSpPr/>
          <p:nvPr/>
        </p:nvSpPr>
        <p:spPr>
          <a:xfrm>
            <a:off x="352044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developers, for developers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wandkit.dev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WandKit Pitch</dc:title>
  <dc:subject>PptxGenJS Presentation</dc:subject>
  <dc:creator>WandKit</dc:creator>
  <cp:lastModifiedBy>WandKit</cp:lastModifiedBy>
  <cp:revision>1</cp:revision>
  <dcterms:created xsi:type="dcterms:W3CDTF">2026-05-08T11:39:49Z</dcterms:created>
  <dcterms:modified xsi:type="dcterms:W3CDTF">2026-05-08T11:39:49Z</dcterms:modified>
</cp:coreProperties>
</file>